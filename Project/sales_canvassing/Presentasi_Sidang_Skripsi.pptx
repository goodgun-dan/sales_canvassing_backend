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Mobile Sales Canvassing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Sidang Skripsi - Computing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Joseph Nugraha Wibawa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Permasalahan dalam sistem sales canvassing konvensional: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Tracking lokasi sales representative sulit dilakukan secara real-time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Rencana kunjungan outlet tidak terstruktur dan optimal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Data penjualan dan kunjungan tidak terintegrasi dengan baik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Manajemen tim sales kurang efektif dan transparan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Kurangnya analisis performa sales representative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Solusi: Aplikasi Mobile Sales Canvassing dengan fitur GPS tracking, manajemen kunjungan outlet, dan analisis performa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Rumusan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Bagaimana merancang sistem sales canvassing yang efektif dengan fitur GPS tracking?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Bagaimana mengimplementasikan manajemen kunjungan outlet yang terstruktur?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Bagaimana mengintegrasikan data penjualan dan kunjungan secara real-time?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Bagaimana menyediakan dashboard analisis performa sales representative?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Bagaimana memastikan keamanan data dan akses pengguna?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Tujuan Penelitian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Mengembangkan aplikasi Mobile Sales Canvassing dengan fitur lengkap: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GPS tracking untuk monitoring lokasi sales representative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Manajemen rencana kunjungan outlet yang terstruktur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Integrasi data penjualan dan kunjungan secara real-time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Dashboard analisis performa sales representative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Sistem autentikasi dan otorisasi yang aman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Upload/download data Excel untuk manajemen data massal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Metodologi Pengembangan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Analisis Kebutuhan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Studi literatur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Analisis sistem existing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Identifikasi kebutuhan user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Desain Sistem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Arsitektur sistem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Database schema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UI/UX design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Implementasi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Backend: Node.js/Express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Frontend: Flutter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Database: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Pengujian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Unit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Integration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User acceptance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Deployment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Server setup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Mobile app deployment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Monitoring &amp; maintenance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Evaluasi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Performance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User feedback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Arsitektur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Backend Technologies: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Node.js dengan Express.js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PostgreSQL database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JWT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RESTful API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Security: Helmet, Rate Limiting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File upload: Multer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Excel processing: XLSX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Frontend Technologies: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Flutter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Dart programming language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OpenStreetMap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GPS &amp; Geolocation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HTTP communication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Local storage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Chart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Features: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Multi-role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(Admin, Manager, Supervisor, Rep)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Real-time location tracking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Visit planning &amp;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Sales order processing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Payment tracking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Analytics dashboard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Excel import/export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Team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Security Features: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Password hashing (bcrypt)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JWT token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Role-based access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Rate limiting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CORS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Database Schema - Tabel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Core Tables: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employee - Data karyawan/sales representative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user_account - Autentikasi dan otorisasi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outlet - Data outlet/toko yang dikunjungi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team &amp; team_member - Manajemen tim sales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Operational Tables: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visit - Data kunjungan outlet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sales_order - Data pesanan penjualan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order_detail - Detail item pesanan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product - Katalog produk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payment - Data pembayaran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Supporting Tables: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outlet_assignment - Penugasan outlet ke sales rep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outlet_rep_balance - Balance kunjungan outlet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Fitur Utama - Sales Representative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Dashboard Personal: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View rencana kunjungan hari ini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Check-in/check-out kunjungan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Input sales order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Tracking penjualan harian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Location Features: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GPS tracking real-time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Navigation ke outlet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Check-in berbasis lokasi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Distance calculation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Data Management: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Input order produk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Upload/download Excel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View history kunjungan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Fitur Utama - Admin/Manager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Team Management: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Add/Edit/Delete sales representatives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Assign outlets ke sales rep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Monitor team performance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View live location team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Analytics Dashboard: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Sales analytics per sales rep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Visit performance metrics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Top products &amp; outlets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Daily/weekly/monthly reports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Data Management: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Import data outlet via Excel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Manage product catalog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View all orders &amp; payments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Implementasi - Backend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Authentication Endpoints: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 /api/auth/login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/api/auth/profile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PUT /api/auth/profile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 /api/auth/change-password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Sales Rep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/api/admin/sales-reps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 /api/admin/sales-reps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PUT /api/admin/sales-reps/:id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DELETE /api/admin/sales-reps/:id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Visit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/api/visits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 /api/visits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PUT /api/visits/:id/check-in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PUT /api/visits/:id/check-out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Sales Order Endpoints: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/api/orders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 /api/orders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/api/orders/:id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Analytics Endpoints: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/api/analytics/sales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/api/analytics/visits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/api/admin/sales-reps/:id/analytics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File Operations: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 /api/import/outlets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/api/export/orders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Location Services: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PUT /api/location/update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/api/admin/sales-reps/:id/location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Implementasi - Frontend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Main Screens: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Login Screen - Autentikasi user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Dashboard Screen - Overview kunjungan &amp; penjualan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Visit List Screen - Daftar outlet yang akan dikunjungi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Visit Detail Screen - Detail kunjungan &amp; check-in/out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Order Form Screen - Input pesanan penjualan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Map Screen - Peta lokasi outlet &amp; navigation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State Management: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Provider pattern untuk state management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Shared preferences untuk local storage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HTTP client untuk API communication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UI Components: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Material Design components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Custom widgets untuk charts &amp; maps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Responsive design untuk berbagai screen sizes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Functional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Authentication berfungsi dengan baik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Multi-role access control berhasil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GPS tracking akurat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Visit management berjalan lancar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Sales order processing berhasil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Excel import/export berfungsi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Performance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Response time &lt; 2 detik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GPS update real-time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Data sync berjalan smooth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Memory usage optimal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Security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Password hashing terimplementasi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JWT authentication secure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Rate limiting mencegah brute force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CORS configuration proper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User Acceptance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UI intuitive dan user-friendly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Fitur sesuai kebutuhan user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Offline capability tersedia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Performance memuaskan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Aplikasi Mobile Sales Canvassing berhasil dikembangkan dengan fitur lengkap: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GPS tracking untuk monitoring lokasi sales representative real-time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Manajemen kunjungan outlet yang terstruktur dan efisien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Integrasi data penjualan dan kunjungan yang seamless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Dashboard analisis performa yang komprehensif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Sistem keamanan yang robust dengan multi-role access control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Aplikasi memberikan solusi efektif untuk permasalahan sales canvassing konvensional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dan meningkatkan efisiensi serta produktivitas tim sales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Saran Pengembangan Lanjut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Fitur tambahan yang dapat dikembangkan: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Notifikasi push untuk reminder kunjungan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Integration dengan payment gateway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AI-powered route optimization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Voice command untuk input data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Offline-first architecture untuk better offline experience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Integration dengan CRM system existing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Advanced analytics dengan machine learning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Multi-language support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Web dashboard untuk admin desktop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