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Mobile Sales Canvassing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Thesis Defense - Computing Capstone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Joseph Nugraha Wibawa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Challenges in traditional sales canvassing systems: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Difficulty tracking sales representatives' locations in real-time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Unstructured and suboptimal outlet visit planning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Poor integration of sales and visit data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Ineffective and non-transparent sales team management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Lack of sales representative performance analytics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Solution: Mobile Sales Canvassing Application with GPS tracking, outlet visit management, and real-time performance analytics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How to design an effective sales canvassing system with GPS tracking?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How to implement structured outlet visit management?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How to integrate sales and visit data in real-time?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How to provide comprehensive sales representative performance analytics dashboard?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How to ensure data security and user access control?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Research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Develop a comprehensive Mobile Sales Canvassing Application with: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GPS tracking for monitoring sales representative locations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Structured outlet visit planning and management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Real-time integration of sales and visit data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Sales representative performance analytics dashboard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Secure authentication and authorization system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Excel upload/download for bulk data management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Development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1. Requirements Analysis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   - Literature review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   - Existing system analysis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   - User needs identification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2. System Design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   - System architecture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   - Database schema design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   - UI/UX design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3. Implementation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   - Backend: Node.js/Express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   - Frontend: Flutter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   - Database: PostgreSQL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37160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4. Testing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   - Unit testing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   - Integration testing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   - User acceptance testing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5. Deployment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   - Server setup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   - Mobile app deployment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   - Monitoring &amp; maintenance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6. Evaluation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   - Performance testing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   - User feedback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   - Documentation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Backend Technologies: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Node.js with Express.js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PostgreSQL database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JWT authentication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RESTful API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Security: Helmet, Rate Limiting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File upload: Multer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Excel processing: XLSX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Frontend Technologies: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Flutter framework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Dart programming language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OpenStreetMap integration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GPS &amp; Geolocation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HTTP communication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Local storage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Chart visualization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37160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Key Features: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Multi-role authentication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  (Admin, Manager, Supervisor, Rep)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Real-time location tracking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Visit planning &amp; management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Sales order processing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Payment tracking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Analytics dashboard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Excel import/export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Team management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Security Features: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Password hashing (bcrypt)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JWT token authentication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Role-based access control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Rate limiting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CORS configuration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Database Schema - Core Tables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Core Tables: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employee - Employee/sales representative data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user_account - Authentication and authorization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outlet - Outlet/store data to be visited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team &amp; team_member - Sales team management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Operational Tables: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visit - Outlet visit data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sales_order - Sales order data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order_detail - Order item details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product - Product catalog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payment - Payment data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Supporting Tables: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outlet_assignment - Outlet assignment to sales reps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outlet_rep_balance - Outlet visit balance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Sales Representative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Personal Dashboard: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View today's visit schedule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Check-in/check-out visits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Input sales orders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Track daily sales performance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Location Features: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Real-time GPS tracking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Navigation to outlets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Location-based check-in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Distance calculation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Data Management: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Product order input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Excel upload/download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View visit history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Admin/Manager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Team Management: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Add/Edit/Delete sales representatives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Assign outlets to sales reps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Monitor team performance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View team live locations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Analytics Dashboard: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Sales analytics per sales rep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Visit performance metrics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Top products &amp; outlets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Daily/weekly/monthly reports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Data Management: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Import outlet data via Excel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Manage product catalog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View all orders &amp; payments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Backend API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Authentication Endpoints: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POST /api/auth/login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GET /api/auth/profile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PUT /api/auth/profile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POST /api/auth/change-password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Sales Rep Management: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GET /api/admin/sales-reps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POST /api/admin/sales-reps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PUT /api/admin/sales-reps/:id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DELETE /api/admin/sales-reps/:id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Visit Management: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GET /api/visits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POST /api/visits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PUT /api/visits/:id/check-in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PUT /api/visits/:id/check-out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37160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Sales Order Endpoints: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GET /api/orders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POST /api/orders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GET /api/orders/:id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Analytics Endpoints: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GET /api/analytics/sales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GET /api/analytics/visits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GET /api/admin/sales-reps/:id/analytics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File Operations: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POST /api/import/outlets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GET /api/export/orders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Location Services: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PUT /api/location/update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• GET /api/admin/sales-reps/:id/location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Frontend Flutter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Main Screens: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Login Screen - User authentication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Dashboard Screen - Visit &amp; sales overview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Visit List Screen - List of outlets to visit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Visit Detail Screen - Visit details &amp; check-in/out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Order Form Screen - Sales order input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Map Screen - Outlet location map &amp; navigation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State Management: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Provider pattern for state management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Shared preferences for local storage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HTTP client for API communication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UI Components: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Material Design components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Custom widgets for charts &amp; maps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Responsive design for various screen sizes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Results and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Functional Testing: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Authentication works correctly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Multi-role access control successful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GPS tracking accurate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Visit management runs smoothly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Sales order processing successful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Excel import/export functional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Performance Testing: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Response time &lt; 2 seconds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Real-time GPS updates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Smooth data synchronization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Optimal memory usage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371600"/>
            <a:ext cx="3840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Security Testing: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Password hashing implemented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Secure JWT authentication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Rate limiting prevents brute force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Proper CORS configuration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User Acceptance Testing: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Intuitive and user-friendly UI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Features meet user needs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Offline capability available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✓ Satisfying performance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Mobile Sales Canvassing Application successfully developed with comprehensive features: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GPS tracking for real-time sales representative location monitoring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Structured and efficient outlet visit management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Seamless integration of sales and visit data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Comprehensive performance analytics dashboard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Robust security system with multi-role access control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The application provides an effective solution to traditional sales canvassing problems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and improves sales team efficiency and productivity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Future Development Suggestions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Additional features that can be developed: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Push notifications for visit reminders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Integration with payment gateway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AI-powered route optimization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Voice command for data input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Offline-first architecture for better offline experience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Integration with existing CRM systems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Advanced analytics with machine learning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Multi-language support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Web dashboard for desktop admin access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